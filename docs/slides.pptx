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MLB Player Performance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2E86C1"/>
                </a:solidFill>
              </a:defRPr>
            </a:pPr>
            <a:r>
              <a:t>Where Traditional Stats and Statcast Metrics Agree, Disagree,</a:t>
            </a:r>
            <a:br/>
            <a:r>
              <a:t>and What It Means for Player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</a:defRPr>
            </a:pPr>
            <a:r>
              <a:t>AJ Schoolcraft  |  ISBA 4715 Capstone  | 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D6D7E"/>
                </a:solidFill>
              </a:defRPr>
            </a:pPr>
            <a:r>
              <a:t>Target Role: Baseball Operations Analyst, San Francisco Giants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Traditional Stats Systematically Undervalue Elite Contact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</a:defRPr>
            </a:pPr>
            <a:r>
              <a:t>Descriptive: What happened across the league?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Players with barrel rates above 10% outperform their batting</a:t>
            </a:r>
            <a:br/>
            <a:r>
              <a:t>average by ~45 points in xwOBA</a:t>
            </a:r>
          </a:p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Barrels produce a .684 BA and 2.236 SLG vs. .292/.368</a:t>
            </a:r>
            <a:br/>
            <a:r>
              <a:t>for non-barreled contact (2026 data)</a:t>
            </a:r>
          </a:p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The scatter plot reveals a clear cluster of 'undervalued'</a:t>
            </a:r>
            <a:br/>
            <a:r>
              <a:t>hitters — high xwOBA, low batting average</a:t>
            </a:r>
          </a:p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These gaps are not random — they correlate with</a:t>
            </a:r>
            <a:br/>
            <a:r>
              <a:t>measurable batted-ball quality (exit velocity, barrel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737360"/>
            <a:ext cx="5029200" cy="41148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5D6D7E"/>
                </a:solidFill>
              </a:defRPr>
            </a:pPr>
            <a:br/>
            <a:br/>
            <a:br/>
            <a:r>
              <a:t>[Screenshot: League Overview scatter plot</a:t>
            </a:r>
            <a:br/>
            <a:r>
              <a:t>from Tab 1 of dashboard]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High Exit Velocity + Low BABIP = Unlucky, Not Untalented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</a:defRPr>
            </a:pPr>
            <a:r>
              <a:t>Diagnostic: Why do results diverge from underlying quality?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The gap between xwOBA and batting average is largest for</a:t>
            </a:r>
            <a:br/>
            <a:r>
              <a:t>players with high exit velocity but below-average BABIP</a:t>
            </a:r>
          </a:p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Rolling 15-game trends reveal when the gap develops —</a:t>
            </a:r>
            <a:br/>
            <a:r>
              <a:t>often after a streak of hard-hit balls finding fielders</a:t>
            </a:r>
          </a:p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Contact quality charts (barrel % + exit velo) confirm the</a:t>
            </a:r>
            <a:br/>
            <a:r>
              <a:t>hitter's process is sound even when results lag</a:t>
            </a:r>
          </a:p>
          <a:p>
            <a:pPr>
              <a:spcAft>
                <a:spcPts val="800"/>
              </a:spcAft>
              <a:defRPr sz="1600">
                <a:solidFill>
                  <a:srgbClr val="1B2A4A"/>
                </a:solidFill>
              </a:defRPr>
            </a:pPr>
            <a:r>
              <a:t>BABIP regresses toward ~.300 over time — players with</a:t>
            </a:r>
            <a:br/>
            <a:r>
              <a:t>low BABIP and high barrel rates are buy-low candidates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737360"/>
            <a:ext cx="5029200" cy="41148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5D6D7E"/>
                </a:solidFill>
              </a:defRPr>
            </a:pPr>
            <a:br/>
            <a:br/>
            <a:br/>
            <a:r>
              <a:t>[Screenshot: Player Deep Dive trend chart</a:t>
            </a:r>
            <a:br/>
            <a:r>
              <a:t>from Tab 2 of dashboard]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Recommendation: Target Undervalued Hitters for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</a:defRPr>
            </a:pPr>
            <a:r>
              <a:t>Action  →  Expected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B2A4A"/>
                </a:solidFill>
              </a:defRPr>
            </a:pPr>
            <a:r>
              <a:t>ACTION: Target players with top-quartile barrel rates (&gt;10%) and below-average BABIP (&lt;.280)</a:t>
            </a:r>
          </a:p>
          <a:p>
            <a:pPr>
              <a:spcAft>
                <a:spcPts val="800"/>
              </a:spcAft>
              <a:defRPr sz="1800">
                <a:solidFill>
                  <a:srgbClr val="1B2A4A"/>
                </a:solidFill>
              </a:defRPr>
            </a:pPr>
            <a:r>
              <a:t>OUTCOME: Expected regression to the mean projects 15–25 point batting average increases</a:t>
            </a:r>
          </a:p>
          <a:p>
            <a:pPr>
              <a:spcAft>
                <a:spcPts val="800"/>
              </a:spcAft>
              <a:defRPr sz="1800">
                <a:solidFill>
                  <a:srgbClr val="1B2A4A"/>
                </a:solidFill>
              </a:defRPr>
            </a:pPr>
            <a:r>
              <a:t>VALUE: These players are available below market value because traditional stats understate their talent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840480"/>
            <a:ext cx="9601200" cy="2286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B2A4A"/>
                </a:solidFill>
              </a:defRPr>
            </a:pPr>
            <a:r>
              <a:t>Decision Framework</a:t>
            </a:r>
          </a:p>
          <a:p>
            <a:pPr>
              <a:spcBef>
                <a:spcPts val="600"/>
              </a:spcBef>
              <a:defRPr sz="1600">
                <a:solidFill>
                  <a:srgbClr val="1B2A4A"/>
                </a:solidFill>
              </a:defRPr>
            </a:pPr>
            <a:r>
              <a:t>1. Screen: Barrel % &gt; 10%, BABIP &lt; .280, PA &gt; 100</a:t>
            </a:r>
          </a:p>
          <a:p>
            <a:pPr>
              <a:spcBef>
                <a:spcPts val="600"/>
              </a:spcBef>
              <a:defRPr sz="1600">
                <a:solidFill>
                  <a:srgbClr val="1B2A4A"/>
                </a:solidFill>
              </a:defRPr>
            </a:pPr>
            <a:r>
              <a:t>2. Diagnose: Check xwOBA vs. BA gap score (positive = undervalued)</a:t>
            </a:r>
          </a:p>
          <a:p>
            <a:pPr>
              <a:spcBef>
                <a:spcPts val="600"/>
              </a:spcBef>
              <a:defRPr sz="1600">
                <a:solidFill>
                  <a:srgbClr val="1B2A4A"/>
                </a:solidFill>
              </a:defRPr>
            </a:pPr>
            <a:r>
              <a:t>3. Confirm: Review rolling trend — is contact quality sustained or fluky?</a:t>
            </a:r>
          </a:p>
          <a:p>
            <a:pPr>
              <a:spcBef>
                <a:spcPts val="600"/>
              </a:spcBef>
              <a:defRPr sz="1600">
                <a:solidFill>
                  <a:srgbClr val="1B2A4A"/>
                </a:solidFill>
              </a:defRPr>
            </a:pPr>
            <a:r>
              <a:t>4. Act: Acquire before BABIP regression corrects the market price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End-to-End Pipeline: From Raw APIs to Actionable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</a:defRPr>
            </a:pPr>
            <a:r>
              <a:t>Architecture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B2A4A"/>
                </a:solidFill>
              </a:defRPr>
            </a:pPr>
            <a:r>
              <a:t>Extract: MLB Stats API + Pybaseball (Statcast)</a:t>
            </a:r>
            <a:br/>
            <a:r>
              <a:t>pull player stats, game logs, and batted-ball data</a:t>
            </a:r>
          </a:p>
          <a:p>
            <a:pPr>
              <a:spcAft>
                <a:spcPts val="800"/>
              </a:spcAft>
              <a:defRPr sz="1500">
                <a:solidFill>
                  <a:srgbClr val="1B2A4A"/>
                </a:solidFill>
              </a:defRPr>
            </a:pPr>
            <a:r>
              <a:t>Load: Python scripts write to Snowflake RAW schema</a:t>
            </a:r>
            <a:br/>
            <a:r>
              <a:t>via snowflake-connector-python</a:t>
            </a:r>
          </a:p>
          <a:p>
            <a:pPr>
              <a:spcAft>
                <a:spcPts val="800"/>
              </a:spcAft>
              <a:defRPr sz="1500">
                <a:solidFill>
                  <a:srgbClr val="1B2A4A"/>
                </a:solidFill>
              </a:defRPr>
            </a:pPr>
            <a:r>
              <a:t>Transform: dbt builds staging views and mart tables</a:t>
            </a:r>
            <a:br/>
            <a:r>
              <a:t>(star schema: 2 facts + 4 dimensions)</a:t>
            </a:r>
          </a:p>
          <a:p>
            <a:pPr>
              <a:spcAft>
                <a:spcPts val="800"/>
              </a:spcAft>
              <a:defRPr sz="1500">
                <a:solidFill>
                  <a:srgbClr val="1B2A4A"/>
                </a:solidFill>
              </a:defRPr>
            </a:pPr>
            <a:r>
              <a:t>Present: Streamlit dashboard with Plotly charts</a:t>
            </a:r>
            <a:br/>
            <a:r>
              <a:t>deployed to Community Cloud</a:t>
            </a:r>
          </a:p>
          <a:p>
            <a:pPr>
              <a:spcAft>
                <a:spcPts val="800"/>
              </a:spcAft>
              <a:defRPr sz="1500">
                <a:solidFill>
                  <a:srgbClr val="1B2A4A"/>
                </a:solidFill>
              </a:defRPr>
            </a:pPr>
            <a:r>
              <a:t>Knowledge Base: 16 sources scraped from FanGraphs,</a:t>
            </a:r>
            <a:br/>
            <a:r>
              <a:t>Baseball Savant, BP → 4 synthesized wiki pages</a:t>
            </a:r>
          </a:p>
          <a:p>
            <a:pPr>
              <a:spcAft>
                <a:spcPts val="800"/>
              </a:spcAft>
              <a:defRPr sz="1500">
                <a:solidFill>
                  <a:srgbClr val="1B2A4A"/>
                </a:solidFill>
              </a:defRPr>
            </a:pPr>
            <a:r>
              <a:t>Orchestrate: GitHub Actions runs daily ELT</a:t>
            </a:r>
            <a:br/>
            <a:r>
              <a:t>and weekly knowledge base re-scrape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737360"/>
            <a:ext cx="5029200" cy="411480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5D6D7E"/>
                </a:solidFill>
              </a:defRPr>
            </a:pPr>
            <a:br/>
            <a:br/>
            <a:br/>
            <a:r>
              <a:t>[Screenshot: Pipeline diagram</a:t>
            </a:r>
            <a:br/>
            <a:r>
              <a:t>from README on GitHub]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